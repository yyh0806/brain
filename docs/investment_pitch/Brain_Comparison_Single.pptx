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传统机器人 vs Brain 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114800" cy="5486400"/>
          </a:xfrm>
          <a:prstGeom prst="roundRect">
            <a:avLst/>
          </a:prstGeom>
          <a:solidFill>
            <a:srgbClr val="FFEBEE"/>
          </a:solidFill>
          <a:ln w="508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71C1C"/>
                </a:solidFill>
              </a:defRPr>
            </a:pPr>
            <a:r>
              <a:t>❌ 传统机器人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647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1C1C"/>
                </a:solidFill>
              </a:defRPr>
            </a:pPr>
            <a:r>
              <a:t>6-12个月/平台: 重复造轮子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开发周期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1C1C"/>
                </a:solidFill>
              </a:defRPr>
            </a:pPr>
            <a:r>
              <a:t>预设程序: 环境变化就傻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智能程度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2900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1C1C"/>
                </a:solidFill>
              </a:defRPr>
            </a:pPr>
            <a:r>
              <a:t>单机作战: 无法多机协同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协作能力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1C1C"/>
                </a:solidFill>
              </a:defRPr>
            </a:pPr>
            <a:r>
              <a:t>硬编码: 需重新编程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适应性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2395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1C1C"/>
                </a:solidFill>
              </a:defRPr>
            </a:pPr>
            <a:r>
              <a:t>50-100万/年: 维护困难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914400"/>
            <a:ext cx="4114800" cy="5486400"/>
          </a:xfrm>
          <a:prstGeom prst="roundRect">
            <a:avLst/>
          </a:prstGeom>
          <a:solidFill>
            <a:srgbClr val="E8F5E9"/>
          </a:solidFill>
          <a:ln w="508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0515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B5E20"/>
                </a:solidFill>
              </a:defRPr>
            </a:pPr>
            <a:r>
              <a:t>✅ Brain 系统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169164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647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3个月全平台: 代码复用90%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057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开发周期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56032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63347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AI理解决策: 自适应环境变化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智能程度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342900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502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多机协同: 效率提升3-5倍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94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协作能力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429768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7083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自然语言: 自动重规划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适应性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5166360"/>
            <a:ext cx="3749039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52395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15-30万/年: 易维护扩展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532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• 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2004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VS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6537960"/>
            <a:ext cx="8595360" cy="2286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💡 核心技术：World Model 理解环境  +  CoT 推理决策  +  HTN 分层规划  +  自适应执行  =  通用智能机器人操作系统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