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66CC"/>
                </a:solidFill>
              </a:defRPr>
            </a:pPr>
            <a:r>
              <a:t>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通用小微特机器人智能操作系统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6600"/>
                </a:solidFill>
              </a:defRPr>
            </a:pPr>
            <a:r>
              <a:t>做机器人领域的 Android / 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943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🎯 2025年中国小微特机器人市场规模：3000亿元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66CC"/>
                </a:solidFill>
              </a:defRPr>
            </a:pPr>
            <a:r>
              <a:t>为什么做这个项目？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F6600"/>
                </a:solidFill>
              </a:defRPr>
            </a:pPr>
            <a:r>
              <a:t>市场痛点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❌ 开发效率低</a:t>
            </a:r>
            <a:br/>
            <a:r>
              <a:t>   每个平台从零开发</a:t>
            </a:r>
            <a:br/>
            <a:r>
              <a:t>   周期6-12个月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❌ 智能化不足</a:t>
            </a:r>
            <a:br/>
            <a:r>
              <a:t>   只能执行预设任务</a:t>
            </a:r>
            <a:br/>
            <a:r>
              <a:t>   缺乏环境理解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❌ 协同困难</a:t>
            </a:r>
            <a:br/>
            <a:r>
              <a:t>   异构平台无法统一调度</a:t>
            </a:r>
            <a:br/>
            <a:r>
              <a:t>   多平台协作依赖人工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❌ 缺乏通用OS</a:t>
            </a:r>
            <a:br/>
            <a:r>
              <a:t>   无成熟通用系统</a:t>
            </a:r>
            <a:br/>
            <a:r>
              <a:t>   代码无法复用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0066CC"/>
                </a:solidFill>
              </a:defRPr>
            </a:pPr>
            <a:r>
              <a:t>我们的机会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✅ 万亿级市场</a:t>
            </a:r>
            <a:br/>
            <a:r>
              <a:t>   2025年达3000亿元</a:t>
            </a:r>
            <a:br/>
            <a:r>
              <a:t>   年复合增长率30%+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✅ 政策支持</a:t>
            </a:r>
            <a:br/>
            <a:r>
              <a:t>   "十四五"重点扶持</a:t>
            </a:r>
            <a:br/>
            <a:r>
              <a:t>   产业升级需求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✅ 技术成熟</a:t>
            </a:r>
            <a:br/>
            <a:r>
              <a:t>   AI大模型突破</a:t>
            </a:r>
            <a:br/>
            <a:r>
              <a:t>   边缘计算+5G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✅ 市场空白</a:t>
            </a:r>
            <a:br/>
            <a:r>
              <a:t>   无成熟通用OS</a:t>
            </a:r>
            <a:br/>
            <a:r>
              <a:t>   先发优势明显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66CC"/>
                </a:solidFill>
              </a:defRPr>
            </a:pPr>
            <a:r>
              <a:t>准备怎么做？核心技术架构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感知层 Perception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多传感器融合</a:t>
            </a:r>
            <a:br/>
            <a:r>
              <a:t>• 激光雷达 + 视觉 + IMU</a:t>
            </a:r>
            <a:br/>
            <a:r>
              <a:t>• 点云处理 + 目标检测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认知层 Cognitive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World Model 世界模型</a:t>
            </a:r>
            <a:br/>
            <a:r>
              <a:t>• 环境语义理解</a:t>
            </a:r>
            <a:br/>
            <a:r>
              <a:t>• Chain-of-Thought 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规划层 Planning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HTN 分层任务规划</a:t>
            </a:r>
            <a:br/>
            <a:r>
              <a:t>• 三层规划器（任务/技能/动作）</a:t>
            </a:r>
            <a:br/>
            <a:r>
              <a:t>• 动态插入 + 失败恢复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执行层 Execution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自适应执行引擎</a:t>
            </a:r>
            <a:br/>
            <a:r>
              <a:t>• 实时监控 + 异常处理</a:t>
            </a:r>
            <a:br/>
            <a:r>
              <a:t>• 自动重规划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t>🚁 无人机 Drone      🚗 无人车 UGV      ⛵ 无人船 USV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66CC"/>
                </a:solidFill>
              </a:defRPr>
            </a:pPr>
            <a:r>
              <a:t>核心技术优势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✅ 统一抽象层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一次开发，三平台复用</a:t>
            </a:r>
            <a:br/>
            <a:r>
              <a:t>代码复用率90%+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3716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✅ World Model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多模态传感器融合</a:t>
            </a:r>
            <a:br/>
            <a:r>
              <a:t>实时语义理解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3716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✅ HTN智能规划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自然语言任务分解</a:t>
            </a:r>
            <a:br/>
            <a:r>
              <a:t>自动推理决策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✅ CoT可解释AI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Chain-of-Thought推理</a:t>
            </a:r>
            <a:br/>
            <a:r>
              <a:t>决策过程透明可追溯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926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✅ 自适应执行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实时监控状态</a:t>
            </a:r>
            <a:br/>
            <a:r>
              <a:t>自动异常恢复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2926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✅ 开放生态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标准化接口</a:t>
            </a:r>
            <a:br/>
            <a:r>
              <a:t>支持第三方扩展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t>🎯 技术壁垒：168项测试用例 · 100%通过 · 完整测试体系</a:t>
            </a:r>
          </a:p>
          <a:p>
            <a:r>
              <a:t>🔒 全栈自研：感知 + 认知 + 规划 + 执行 4大核心模块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66CC"/>
                </a:solidFill>
              </a:defRPr>
            </a:pPr>
            <a:r>
              <a:t>🚁 无人机应用场景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6600"/>
                </a:solidFill>
              </a:defRPr>
            </a:pPr>
            <a:r>
              <a:t>🎯 应急救援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搜索被困人员 · 自动标记位置</a:t>
            </a:r>
            <a:br/>
            <a:r>
              <a:t>空投物资 · 效率提升10倍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6600"/>
                </a:solidFill>
              </a:defRPr>
            </a:pPr>
            <a:r>
              <a:t>🎯 电力巡检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沿线自主飞行 · AI识别缺陷</a:t>
            </a:r>
            <a:br/>
            <a:r>
              <a:t>自动生成报告 · 成本1/5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6600"/>
                </a:solidFill>
              </a:defRPr>
            </a:pPr>
            <a:r>
              <a:t>🎯 物流配送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精准投放 · 智能避障</a:t>
            </a:r>
            <a:br/>
            <a:r>
              <a:t>10分钟送达 · 城市环境导航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6600"/>
                </a:solidFill>
              </a:defRPr>
            </a:pPr>
            <a:r>
              <a:t>🎯 农业植保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精准喷洒 · 病虫害检测</a:t>
            </a:r>
            <a:br/>
            <a:r>
              <a:t>节约50%农药 · 产量提升20%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66CC"/>
                </a:solidFill>
              </a:defRPr>
            </a:pPr>
            <a:r>
              <a:t>🚗 无人车应用场景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6600"/>
                </a:solidFill>
              </a:defRPr>
            </a:pPr>
            <a:r>
              <a:t>🎯 仓储物流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多车协同 · 智能避障</a:t>
            </a:r>
            <a:br/>
            <a:r>
              <a:t>精准抓取 · 效率提升3倍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6600"/>
                </a:solidFill>
              </a:defRPr>
            </a:pPr>
            <a:r>
              <a:t>🎯 安保巡逻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全天候监控 · 异常检测</a:t>
            </a:r>
            <a:br/>
            <a:r>
              <a:t>人脸识别 · 成本降低70%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6600"/>
                </a:solidFill>
              </a:defRPr>
            </a:pPr>
            <a:r>
              <a:t>🎯 环境检测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气体泄漏监测 · 污染源定位</a:t>
            </a:r>
            <a:br/>
            <a:r>
              <a:t>自动采样 · 实时预警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6600"/>
                </a:solidFill>
              </a:defRPr>
            </a:pPr>
            <a:r>
              <a:t>🎯 室内服务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自主导航 · 机械臂操作</a:t>
            </a:r>
            <a:br/>
            <a:r>
              <a:t>文档整理 · 办公自动化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66CC"/>
                </a:solidFill>
              </a:defRPr>
            </a:pPr>
            <a:r>
              <a:t>⛵ 无人船应用场景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6600"/>
                </a:solidFill>
              </a:defRPr>
            </a:pPr>
            <a:r>
              <a:t>🎯 水质监测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自主航行 · 多点采样</a:t>
            </a:r>
            <a:br/>
            <a:r>
              <a:t>实时检测 · 成本降低80%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6600"/>
                </a:solidFill>
              </a:defRPr>
            </a:pPr>
            <a:r>
              <a:t>🎯 水下巡检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声呐+视觉双模检测</a:t>
            </a:r>
            <a:br/>
            <a:r>
              <a:t>裂缝识别 · 3D建模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6600"/>
                </a:solidFill>
              </a:defRPr>
            </a:pPr>
            <a:r>
              <a:t>🎯 海上救援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多船协同 · 生命体征探测</a:t>
            </a:r>
            <a:br/>
            <a:r>
              <a:t>自动投放救生设备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6600"/>
                </a:solidFill>
              </a:defRPr>
            </a:pPr>
            <a:r>
              <a:t>🎯 海洋科研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鱼群跟踪 · 环境数据记录</a:t>
            </a:r>
            <a:br/>
            <a:r>
              <a:t>行为分析 · 生态保护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66CC"/>
                </a:solidFill>
              </a:defRPr>
            </a:pPr>
            <a:r>
              <a:t>🌟 空地水协同场景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6600"/>
                </a:solidFill>
              </a:defRPr>
            </a:pPr>
            <a:r>
              <a:t>🎯 空地水一体化救援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无人机搜索发现被困者 → 空投物资</a:t>
            </a:r>
            <a:br/>
            <a:r>
              <a:t>无人车快速接应转运</a:t>
            </a:r>
            <a:br/>
            <a:r>
              <a:t>无人船负责水域搜救</a:t>
            </a:r>
          </a:p>
          <a:p>
            <a:pPr>
              <a:defRPr sz="1600" b="1">
                <a:solidFill>
                  <a:srgbClr val="0066CC"/>
                </a:solidFill>
              </a:defRPr>
            </a:pPr>
            <a:r>
              <a:t>💎 黄金救援时间 · 挽救生命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6600"/>
                </a:solidFill>
              </a:defRPr>
            </a:pPr>
            <a:r>
              <a:t>🎯 跨域物流配送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无人机最后一公里配送</a:t>
            </a:r>
            <a:br/>
            <a:r>
              <a:t>无人车干线运输</a:t>
            </a:r>
            <a:br/>
            <a:r>
              <a:t>无人船跨水域物流</a:t>
            </a:r>
          </a:p>
          <a:p>
            <a:pPr>
              <a:defRPr sz="1600" b="1">
                <a:solidFill>
                  <a:srgbClr val="0066CC"/>
                </a:solidFill>
              </a:defRPr>
            </a:pPr>
            <a:r>
              <a:t>💎 全场景覆盖 · 成本优化30%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6600"/>
                </a:solidFill>
              </a:defRPr>
            </a:pPr>
            <a:r>
              <a:t>🎯 立体环境监测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无人机高空大范围扫描</a:t>
            </a:r>
            <a:br/>
            <a:r>
              <a:t>无人车地面详细检测</a:t>
            </a:r>
            <a:br/>
            <a:r>
              <a:t>无人船水域采样分析</a:t>
            </a:r>
          </a:p>
          <a:p>
            <a:pPr>
              <a:defRPr sz="1600" b="1">
                <a:solidFill>
                  <a:srgbClr val="0066CC"/>
                </a:solidFill>
              </a:defRPr>
            </a:pPr>
            <a:r>
              <a:t>💎 多维度数据 · 环保决策支持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66CC"/>
                </a:solidFill>
              </a:defRPr>
            </a:pPr>
            <a:r>
              <a:t>商业模式与收入预测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6400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200" b="1">
                <a:solidFill>
                  <a:srgbClr val="FF6600"/>
                </a:solidFill>
              </a:defRPr>
            </a:pPr>
            <a:r>
              <a:t>📊 收入预测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0066CC"/>
                </a:solidFill>
              </a:defRPr>
            </a:pPr>
            <a:r>
              <a:t>年份  |  平台数量  |  收入来源  |  预期收入</a:t>
            </a:r>
          </a:p>
          <a:p>
            <a:pPr algn="ctr"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Y1  |  1,000台  |  企业授权 + 政府项目  |  ¥500万</a:t>
            </a:r>
          </a:p>
          <a:p>
            <a:pPr algn="ctr"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Y2  |  10,000台  |  企业授权 + 生态分成  |  ¥5000万</a:t>
            </a:r>
          </a:p>
          <a:p>
            <a:pPr algn="ctr"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Y3  |  50,000台  |  全线产品  |  ¥3亿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 b="1">
                <a:solidFill>
                  <a:srgbClr val="FF6600"/>
                </a:solidFill>
              </a:defRPr>
            </a:pPr>
            <a:r>
              <a:t>💰 三大商业模式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🏢 To B - 企业授权</a:t>
            </a:r>
            <a:br/>
            <a:r>
              <a:t>   客户：机器人制造商、系统集成商</a:t>
            </a:r>
            <a:br/>
            <a:r>
              <a:t>   收费：¥5,000-50,000/台/年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🏛️  To G - 政府项目</a:t>
            </a:r>
            <a:br/>
            <a:r>
              <a:t>   客户：应急救援、边境巡逻、环境监测</a:t>
            </a:r>
            <a:br/>
            <a:r>
              <a:t>   收费：¥100万-1000万/项目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👨‍💻 To D - 开发者生态</a:t>
            </a:r>
            <a:br/>
            <a:r>
              <a:t>   客户：开放API + 应用商店</a:t>
            </a:r>
            <a:br/>
            <a:r>
              <a:t>   收费：API付费 + 30%抽成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66CC"/>
                </a:solidFill>
              </a:defRPr>
            </a:pPr>
            <a:r>
              <a:t>为什么选择我们？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FF6600"/>
                </a:solidFill>
              </a:defRPr>
            </a:pPr>
            <a:r>
              <a:t>vs. 传统机器人厂商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❌ 他们：每款产品独立开发，周期长、成本高</a:t>
            </a:r>
            <a:br/>
            <a:r>
              <a:t>✅ 我们：统一平台，一次开发多平台复用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FF6600"/>
                </a:solidFill>
              </a:defRPr>
            </a:pPr>
            <a:r>
              <a:t>vs. ROS（Robot Operating System）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❌ ROS：只是通信中间件，缺乏智能决策能力</a:t>
            </a:r>
            <a:br/>
            <a:r>
              <a:t>✅ 我们：完整的感知-认知-规划-执行闭环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FF6600"/>
                </a:solidFill>
              </a:defRPr>
            </a:pPr>
            <a:r>
              <a:t>vs. 大厂方案（如Apollo、DJI）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❌ 他们：封闭生态，仅支持自家平台</a:t>
            </a:r>
            <a:br/>
            <a:r>
              <a:t>✅ 我们：开放架构，支持所有小微特平台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FF6600"/>
                </a:solidFill>
              </a:defRPr>
            </a:pPr>
            <a:r>
              <a:t>我们的核心壁垒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🔒 全栈自研，拥有核心知识产权</a:t>
            </a:r>
            <a:br/>
            <a:r>
              <a:t>🎯 完整测试体系，168项测试100%通过</a:t>
            </a:r>
            <a:br/>
            <a:r>
              <a:t>🌍 开放架构，支持所有小微特平台</a:t>
            </a:r>
            <a:br/>
            <a:r>
              <a:t>♻️ 统一抽象层，一次开发三平台复用</a:t>
            </a:r>
            <a:br/>
            <a:r>
              <a:t>🧠 可解释AI，Chain-of-Thought推理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66CC"/>
                </a:solidFill>
              </a:defRPr>
            </a:pPr>
            <a:r>
              <a:t>下一步计划（6个月）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66CC"/>
                </a:solidFill>
              </a:defRPr>
            </a:pPr>
            <a:r>
              <a:t>🔧 技术完善（2个月）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完成认知层CoT推理引擎</a:t>
            </a:r>
            <a:br/>
            <a:r>
              <a:t>• 优化感知层实时性能</a:t>
            </a:r>
            <a:br/>
            <a:r>
              <a:t>• 集成3个真实平台（无人机、无人车、无人船）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66CC"/>
                </a:solidFill>
              </a:defRPr>
            </a:pPr>
            <a:r>
              <a:t>🎬 示范应用（2个月）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3个典型场景Demo（物流、巡检、救援）</a:t>
            </a:r>
            <a:br/>
            <a:r>
              <a:t>• 客户演示视频</a:t>
            </a:r>
            <a:br/>
            <a:r>
              <a:t>• 性能测试报告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66CC"/>
                </a:solidFill>
              </a:defRPr>
            </a:pPr>
            <a:r>
              <a:t>💼 商业落地（2个月）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签约3-5家意向客户</a:t>
            </a:r>
            <a:br/>
            <a:r>
              <a:t>• 完成种子轮融资</a:t>
            </a:r>
            <a:br/>
            <a:r>
              <a:t>• 组建商务团队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66CC"/>
                </a:solidFill>
              </a:defRPr>
            </a:pPr>
            <a:r>
              <a:t>融资需求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600"/>
                </a:solidFill>
              </a:defRPr>
            </a:pPr>
            <a:r>
              <a:t>💰 融资需求：¥500万 - ¥1000万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0066CC"/>
                </a:solidFill>
              </a:defRPr>
            </a:pPr>
            <a:r>
              <a:t>📊 资金用途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t>🔬 技术研发 40%</a:t>
            </a:r>
            <a:br/>
            <a:r>
              <a:t>   核心算法优化 · 平台集成 · 性能提升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t>📢 市场推广 30%</a:t>
            </a:r>
            <a:br/>
            <a:r>
              <a:t>   品牌建设 · 行业展会 · 客户获取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t>👥 团队扩张 20%</a:t>
            </a:r>
            <a:br/>
            <a:r>
              <a:t>   技术人才 · 商务团队 · 运营管理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t>💼 备用金 10%</a:t>
            </a:r>
            <a:br/>
            <a:r>
              <a:t>   风险储备 · 应急资金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让每一个机器人都能理解世界，自主决策！</a:t>
            </a:r>
          </a:p>
          <a:p/>
          <a:p>
            <a:r>
              <a:t>Brain - 通用小微特机器人智能操作系统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📧 [您的联系邮箱]</a:t>
            </a:r>
          </a:p>
          <a:p>
            <a:r>
              <a:t>📱 [您的联系电话]</a:t>
            </a:r>
          </a:p>
          <a:p>
            <a:r>
              <a:t>🏢 [您的公司地址]</a:t>
            </a:r>
          </a:p>
          <a:p/>
          <a:p>
            <a:r>
              <a:t>感谢您的关注与支持！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