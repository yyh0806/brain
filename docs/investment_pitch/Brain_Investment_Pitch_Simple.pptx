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Why Brain?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CC0000"/>
                </a:solidFill>
              </a:defRPr>
            </a:pPr>
            <a:r>
              <a:t>Market Pain Points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High Development Cost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6-12 months per platform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No code reuse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Low Intelligence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Pre-programmed tasks only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No environment understanding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Poor Collaboration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Platforms cannot work together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Manual coordination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66CC"/>
                </a:solidFill>
              </a:defRPr>
            </a:pPr>
            <a:r>
              <a:t>Our Opportunity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300B RMB Market by 2025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Small/Mini/Micro Robots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Government Support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14th Five-Year Plan priority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Technology Ready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AI + Edge Computing + 5G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Open Market</a:t>
            </a:r>
          </a:p>
          <a:p>
            <a:pPr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t>No universal OS exists yet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How? 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926080" cy="548640"/>
          </a:xfrm>
          <a:prstGeom prst="roundRect">
            <a:avLst/>
          </a:prstGeom>
          <a:solidFill>
            <a:srgbClr val="FFC85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Perception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926080" cy="548640"/>
          </a:xfrm>
          <a:prstGeom prst="roundRect">
            <a:avLst/>
          </a:prstGeom>
          <a:solidFill>
            <a:srgbClr val="90CAF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Cognitive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2926080" cy="548640"/>
          </a:xfrm>
          <a:prstGeom prst="roundRect">
            <a:avLst/>
          </a:prstGeom>
          <a:solidFill>
            <a:srgbClr val="81C78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Planning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2926080" cy="548640"/>
          </a:xfrm>
          <a:prstGeom prst="roundRect">
            <a:avLst/>
          </a:prstGeom>
          <a:solidFill>
            <a:srgbClr val="A5D6A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Execution Layer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03120" y="1920240"/>
            <a:ext cx="274320" cy="18288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2103120" y="2651760"/>
            <a:ext cx="274320" cy="18288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2103120" y="3383280"/>
            <a:ext cx="274320" cy="18288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822960" cy="45720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Drone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4480560"/>
            <a:ext cx="822960" cy="45720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UGV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480560"/>
            <a:ext cx="822960" cy="45720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t>USV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066CC"/>
                </a:solidFill>
              </a:defRPr>
            </a:pPr>
            <a:r>
              <a:t>Core Capabilities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</a:defRPr>
            </a:pPr>
            <a:r>
              <a:t>Perception: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Multi-sensor fusion</a:t>
            </a:r>
            <a:br/>
            <a:r>
              <a:t>LiDAR + Camera + IMU</a:t>
            </a:r>
            <a:br/>
            <a:r>
              <a:t>Semantic understanding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</a:defRPr>
            </a:pPr>
            <a:r>
              <a:t>Cognitive: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World Model</a:t>
            </a:r>
            <a:br/>
            <a:r>
              <a:t>Environment reasoning</a:t>
            </a:r>
            <a:br/>
            <a:r>
              <a:t>Chain-of-Thought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</a:defRPr>
            </a:pPr>
            <a:r>
              <a:t>Planning: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HTN task decomposition</a:t>
            </a:r>
            <a:br/>
            <a:r>
              <a:t>Dynamic insertion</a:t>
            </a:r>
            <a:br/>
            <a:r>
              <a:t>Failure recovery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</a:defRPr>
            </a:pPr>
            <a:r>
              <a:t>Execution: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Adaptive executor</a:t>
            </a:r>
            <a:br/>
            <a:r>
              <a:t>Real-time monitoring</a:t>
            </a:r>
            <a:br/>
            <a:r>
              <a:t>Auto-replanning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003366"/>
                </a:solidFill>
              </a:defRPr>
            </a:pPr>
            <a:r>
              <a:t>Key Metric: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t>168 test cases, 100% pass</a:t>
            </a:r>
            <a:br/>
            <a:r>
              <a:t>Full-stack self-developed</a:t>
            </a:r>
            <a:br/>
            <a:r>
              <a:t>Open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Applications: Where &amp;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Drone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Emergency Rescue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Search survivors, Auto-drop supplies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10x efficiency improvement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Power Line Inspection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AI defect detection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Cost: 1/5 of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UGV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Warehouse Logistics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Multi-vehicle coordination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3x efficiency, 24/7 operation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Security Patrol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Face recognition, Anomaly detection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70% cost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USV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Water Quality Monitor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Autonomous sampling, Real-time test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80% cost reduction</a:t>
            </a:r>
          </a:p>
          <a:p>
            <a:pPr>
              <a:spcAft>
                <a:spcPts val="8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Underwater Inspection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Sonar + Vision dual-mode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</a:defRPr>
            </a:pPr>
            <a:r>
              <a:t>Bridge structure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0000"/>
                </a:solidFill>
              </a:defRPr>
            </a:pPr>
            <a:r>
              <a:t>Business Model: B2B License (5K-50K RMB/robot/year) | Government Projects (1M-10M RMB) | Developer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